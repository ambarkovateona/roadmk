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C3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389120"/>
            <a:ext cx="2743200" cy="7315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26280"/>
            <a:ext cx="1371600" cy="7315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7315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7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7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Апликација за следење на состојбата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патната мрежа во Македонија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548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🛣️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Напреден веб дизајн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ФИНКИ  · 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3291840"/>
            <a:ext cx="25603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3291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794760"/>
            <a:ext cx="2560320" cy="384048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794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4297680"/>
            <a:ext cx="256032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4297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ПРОБЛЕМОТ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474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0" cy="502920"/>
          </a:xfrm>
          <a:prstGeom prst="rect">
            <a:avLst/>
          </a:prstGeom>
          <a:solidFill>
            <a:srgbClr val="1E355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ТЕКОВНА СОСТОЈБА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4864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 нечитлив текстуален извештај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54864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 визуелна организација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54864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 филтрирање по важност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4864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Корисникот мора сам да бара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937760" y="1097280"/>
            <a:ext cx="3840480" cy="3474720"/>
          </a:xfrm>
          <a:prstGeom prst="rect">
            <a:avLst/>
          </a:prstGeom>
          <a:solidFill>
            <a:srgbClr val="1A2F4A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097280"/>
            <a:ext cx="3840480" cy="5029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828800"/>
            <a:ext cx="54864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Автоматско собирање од АМСМ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2468880"/>
            <a:ext cx="54864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5780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Класификација RED / YELLOW / GREEN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3108960"/>
            <a:ext cx="54864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5780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Филтрирање по статус и категорија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74920" y="3749040"/>
            <a:ext cx="54864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5780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Преглед со еден поглед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554480" cy="13716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1554480" cy="10972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508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АМСМ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Сtranica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Извор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20240" y="1371600"/>
            <a:ext cx="1554480" cy="1371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371600"/>
            <a:ext cx="1554480" cy="10972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20240" y="1508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66160" y="1371600"/>
            <a:ext cx="155448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371600"/>
            <a:ext cx="1554480" cy="10972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1508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212080" y="1371600"/>
            <a:ext cx="1554480" cy="137160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1371600"/>
            <a:ext cx="1554480" cy="10972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1508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0" y="1371600"/>
            <a:ext cx="1554480" cy="13716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371600"/>
            <a:ext cx="1554480" cy="10972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0" y="1508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554480" y="3200400"/>
            <a:ext cx="237744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54480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27432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3886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Автоматски scraping на секои 30 минути. Нови записи се додаваат, застарени автоматски се бришат.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5486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825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300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76472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7764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/ DEVOPS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874520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39312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39312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25496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9312" y="2825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097280"/>
            <a:ext cx="2651760" cy="548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1874520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65392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2350008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65392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0" y="2825496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65392" y="2825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0" y="3300984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65392" y="3300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0" y="3776472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65392" y="37764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0" y="4251960"/>
            <a:ext cx="54864" cy="256032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65392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91440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731520" cy="41148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/reports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830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Сите извештаи — филтрирање по severity и category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68880"/>
            <a:ext cx="54864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97480"/>
            <a:ext cx="73152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97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/reports/{id}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971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Еден извештај по 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57600"/>
            <a:ext cx="54864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86200"/>
            <a:ext cx="731520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86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/summary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1605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— RED, YELLOW, GREEN броеви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VUE.JS 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74980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07592"/>
            <a:ext cx="1828800" cy="402336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07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HomeView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216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52704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во реално време, последни извештаи, брз пристап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841248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29968"/>
            <a:ext cx="54864" cy="74980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94560"/>
            <a:ext cx="1828800" cy="402336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1945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RoadsView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/roads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241401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Листа на извештаи со филтри по статус и категорија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841248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16936"/>
            <a:ext cx="54864" cy="74980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081528"/>
            <a:ext cx="1828800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081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AboutView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29900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/about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330098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Информации за АМСМ, работно време, контакт картички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03904"/>
            <a:ext cx="8412480" cy="749808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803904"/>
            <a:ext cx="54864" cy="749808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968496"/>
            <a:ext cx="1828800" cy="40233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9684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ContactView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14600" y="38770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/contact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514600" y="41879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информации и итна помош 196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КЛАСИФИКАЦИЈА НА ИЗВЕШТАИ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9144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ЗАТВОРЕНО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76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Целосно затворање на делница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706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Сезонски режим на сообраќај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649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Забрана за сообраќај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097280"/>
            <a:ext cx="265176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ПРЕДУПРЕДУВАЊЕ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212848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2176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Времена измена на режим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2807208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49040" y="27706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Градежни работи на пат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3401568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33649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Девијации и пренасочување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2651760" cy="3657600"/>
          </a:xfrm>
          <a:prstGeom prst="rect">
            <a:avLst/>
          </a:prstGeom>
          <a:solidFill>
            <a:srgbClr val="1A2F4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097280"/>
            <a:ext cx="2651760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НОРМАЛНО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221284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21762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Сообраќај без пречки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280720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0" y="27706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Информативни известувања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340156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33649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Нормална фреквенција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НА АПЛИКАЦИЈАТА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685800" cy="9144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1430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Корисникот ја отвора страницата /roads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43000"/>
            <a:ext cx="685800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430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го вчитува RoadsView компонентот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31720"/>
            <a:ext cx="6858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33172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onMounted повикува getReports() и getSummary() паралелно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331720"/>
            <a:ext cx="685800" cy="91440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33172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прима барање → query до PostgreSQL преку SQLAlchemy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20440"/>
            <a:ext cx="685800" cy="91440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352044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се враќа до Vue компонентот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520440"/>
            <a:ext cx="402336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520440"/>
            <a:ext cx="6858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352044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реактивно го ажурира UI — корисникот ги гледа извештаите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54864" cy="2743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Автоматско scraping на 30 мин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54864" cy="2743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Класификација RED / YELLOW / GREEN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54864" cy="2743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29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 со Docker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54864" cy="2743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 SPA — 4 страни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54864" cy="274320"/>
          </a:xfrm>
          <a:prstGeom prst="rect">
            <a:avLst/>
          </a:prstGeom>
          <a:solidFill>
            <a:srgbClr val="F5C300"/>
          </a:solidFill>
          <a:ln w="12700">
            <a:solidFill>
              <a:srgbClr val="F5C3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43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Филтрирање и статистика во реално време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109728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2026-09-19T19:05:19Z</dcterms:created>
  <dcterms:modified xsi:type="dcterms:W3CDTF">2026-09-19T19:05:19Z</dcterms:modified>
</cp:coreProperties>
</file>