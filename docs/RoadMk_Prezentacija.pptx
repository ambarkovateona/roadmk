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57200"/>
            <a:ext cx="1371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280160"/>
            <a:ext cx="1371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103120"/>
            <a:ext cx="1371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2926080"/>
            <a:ext cx="1371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3749040"/>
            <a:ext cx="1371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914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031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8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74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Апликација за следење на состојбата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патната мрежа во Македонија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Напреден веб дизајн  ·  ФИНКИ  · 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645920"/>
            <a:ext cx="365760" cy="36576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286000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926080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1673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313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953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ПРОБЛЕМОТ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502920"/>
          </a:xfrm>
          <a:prstGeom prst="rect">
            <a:avLst/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ТЕКОВНА СОСТОЈБА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 нечитлив текстуален извештај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 визуелна организација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 филтрирање по важност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Корисникот мора сам да бара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937760" y="1097280"/>
            <a:ext cx="3840480" cy="3474720"/>
          </a:xfrm>
          <a:prstGeom prst="rect">
            <a:avLst/>
          </a:prstGeom>
          <a:solidFill>
            <a:srgbClr val="1A2F4A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097280"/>
            <a:ext cx="3840480" cy="5029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Автоматско собирање од АМСМ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246888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Класификација RED / YELLOW / GREEN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10896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78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Филтрирање по статус и категорија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4920" y="374904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Преглед со еден поглед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54480" cy="13716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АМСМ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Сtranica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Извор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1371600"/>
            <a:ext cx="1554480" cy="1371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1371600"/>
            <a:ext cx="155448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12080" y="1371600"/>
            <a:ext cx="1554480" cy="13716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0" y="1371600"/>
            <a:ext cx="1554480" cy="13716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54480" y="3200400"/>
            <a:ext cx="237744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5448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27432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3886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Автоматски scraping на секои 30 минути. Нови записи се додаваат, застарени автоматски се бришат.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300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76472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776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/ DEVOPS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87452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3931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39312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25496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187452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6539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2350008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65392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0" y="2825496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65392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0" y="3300984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65392" y="3300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0" y="3776472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3776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0" y="425196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6539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9144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0" cy="41148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83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 извештаи — филтрирање по severity и 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68880"/>
            <a:ext cx="54864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97480"/>
            <a:ext cx="7315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97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/reports/{id}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Еден извештај по 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57600"/>
            <a:ext cx="54864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86200"/>
            <a:ext cx="731520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86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/summary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160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— RED, YELLOW, GREEN броеви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VUE.JS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07592"/>
            <a:ext cx="1828800" cy="40233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07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216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52704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во реално време, последни извештаи, брз пристап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94560"/>
            <a:ext cx="1828800" cy="40233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RoadsView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/roads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241401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 на извештаи со филтри по статус и категорија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16936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81528"/>
            <a:ext cx="1828800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AboutView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2990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/about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3009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Информации за АМСМ, работно време, контакт картички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03904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03904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68496"/>
            <a:ext cx="1828800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968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ContactView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38770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41879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информации и итна помош 196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КЛАСИФИКАЦИЈА НА ИЗВЕШТАИ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9144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ЗАТВОРЕНО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7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Целосно затворање на делница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70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Сезонски режим на сообраќај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64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Забрана за сообраќај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097280"/>
            <a:ext cx="265176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ПРЕДУПРЕДУВАЊЕ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212848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217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Времена измена на режим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2807208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2770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Градежни работи на пат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401568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3364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Девијации и пренасочување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097280"/>
            <a:ext cx="2651760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НОРМАЛНО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21284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217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Сообраќај без пречки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280720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2770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Информативни известувања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40156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3364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Нормална фреквенција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НА АПЛИКАЦИЈАТА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685800" cy="9144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1430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Корисникот ја отвора страницата /roads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43000"/>
            <a:ext cx="685800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430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го вчитува RoadsView компонентот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6858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33172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onMounted повикува getReports() и getSummary() паралелно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331720"/>
            <a:ext cx="685800" cy="9144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33172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прима барање → query до PostgreSQL преку SQLAlchemy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0440"/>
            <a:ext cx="685800" cy="91440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5204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се враќа до Vue компонентот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520440"/>
            <a:ext cx="6858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5204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реактивно го ажурира UI — корисникот ги гледа извештаите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Автоматско scraping на 30 мин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Класификација RED / YELLOW / GREEN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со Docker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SPA — 4 страни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Филтрирање и статистика во реално време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 подготвен за прашања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09728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2026-09-16T23:36:08Z</dcterms:created>
  <dcterms:modified xsi:type="dcterms:W3CDTF">2026-09-16T23:36:08Z</dcterms:modified>
</cp:coreProperties>
</file>